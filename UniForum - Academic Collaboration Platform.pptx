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Outfit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utfit-bold.fntdata"/><Relationship Id="rId27" Type="http://schemas.openxmlformats.org/officeDocument/2006/relationships/font" Target="fonts/Outfi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daf18c44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daf18c4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9daf18c4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9daf18c4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daf18c4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9daf18c44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9daf18c44_3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9daf18c44_3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9daf18c44_3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9daf18c44_3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daf18c44_3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daf18c44_3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9daf18c44_3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9daf18c44_3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9daf18c44_3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9daf18c44_3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9daf18c44_3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9daf18c44_3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9daf18c44_3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9daf18c44_3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f38115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9f3811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9daf18c44_3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9daf18c44_3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9daf18c4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9daf18c44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43.png"/><Relationship Id="rId7" Type="http://schemas.openxmlformats.org/officeDocument/2006/relationships/image" Target="../media/image5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45.png"/><Relationship Id="rId5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hyperlink" Target="http://drive.google.com/file/d/1fZiX8108htGLcE3HxT6sY207qopUeltz/view" TargetMode="External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image" Target="../media/image46.png"/><Relationship Id="rId8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70596" y="2431702"/>
            <a:ext cx="645080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</a:t>
            </a:r>
            <a:r>
              <a:rPr b="1" i="0" lang="en-US" sz="60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Forum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24187" y="3460402"/>
            <a:ext cx="6143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 Course-Based Community Forum &amp; Collaboration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24187" y="4207073"/>
            <a:ext cx="614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Payal •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Vigneshwar • Vimala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832794"/>
            <a:ext cx="5500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299519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University students lack a centralized platform to: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3193702"/>
            <a:ext cx="55006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 UniForum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660427"/>
            <a:ext cx="5238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Reddit-style forum specifically designed for university courses, integrating discussion, resource sharing, and meeting scheduling into one desktop application.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4850" y="372525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726209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Discuss course-specific topics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and clearing doubts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4850" y="414242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4337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Collaborate on shared technical issues.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4850" y="45595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56054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Efficiently schedule study sessions.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Academic Gap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0441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Users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19125" y="55633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University students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0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25150" y="296575"/>
            <a:ext cx="1092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0500" y="2334734"/>
            <a:ext cx="5048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Limited TA support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Scattered platforms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Repeated issues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Hesitation to ask simple queries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03425" y="187201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Study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925350" y="1980244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Research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00650" y="2423075"/>
            <a:ext cx="59502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Reviewed existing platforms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like Teams, Slack, Reddit, and Discord.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Analyzed pain points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Identified gaps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in features like course-specific spaces, peer scheduling.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Designed integrations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inspired by real usage patterns structured communities, peer help sessions, and a unified post-and-reply system.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92800" y="375475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8457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8457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8457"/>
            <a:ext cx="3492549" cy="298311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6775" y="328523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Communities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866257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Students join communities relevant to their enrollment.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Similar to subscribing a channel. 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45074" y="328523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Reddit-Style Forum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5074" y="386625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Card-based post display with upvoting logic, nested recursive replies, and tag-based filtering.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3374" y="328523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Google Integration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866257"/>
            <a:ext cx="2901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OAuth 2.0 integration wit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 Google Calendar API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for scheduling Google Meet sessions directly from the application.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5183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518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5183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Features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14562"/>
            <a:ext cx="5238750" cy="339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832645"/>
            <a:ext cx="55006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MVC Pattern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299370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application follows a strict Model-View-Controller design: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77025" y="2509837"/>
            <a:ext cx="48806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Package Structure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04850" y="372510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3726050"/>
            <a:ext cx="544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View: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Separation of UI from business logic inc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ludes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FXML files + CSS.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04850" y="414227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4143225"/>
            <a:ext cx="5238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Controller: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 For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handling  user interactions and Coordinate between View and Model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04850" y="4853363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97713" y="4838411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Business logic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77025" y="3071812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edu.northeastern.uniforum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867525" y="3488977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.controller (Logic)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867525" y="3906142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.model (Data)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867525" y="4323308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.dao (Database Access)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867525" y="4740473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.view (FXML UI)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Design: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Architecture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98303" y="5249469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DAO</a:t>
            </a: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Database abstraction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04850" y="525310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90007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180" y="3390007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6860" y="3390007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541" y="3390007"/>
            <a:ext cx="2430660" cy="123051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20759" y="3590032"/>
            <a:ext cx="213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Authentication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3932932"/>
            <a:ext cx="2030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Register &amp; Secure Login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(Bcrypt Hashing)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593440" y="3590032"/>
            <a:ext cx="213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Discovery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3644205" y="3932932"/>
            <a:ext cx="2030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Select Dept &amp; Course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(Auto-join Community)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466120" y="3590032"/>
            <a:ext cx="213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Collaboration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516885" y="3932932"/>
            <a:ext cx="2030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Create Posts,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Vote, &amp; Reply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338801" y="3590032"/>
            <a:ext cx="213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389566" y="3932932"/>
            <a:ext cx="2030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Schedule Meeting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(Google Meet API)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Design: User Process Flow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087450" y="3993725"/>
            <a:ext cx="277800" cy="30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956950" y="3993725"/>
            <a:ext cx="277800" cy="30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870550" y="3993725"/>
            <a:ext cx="277800" cy="30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8285"/>
            <a:ext cx="5238750" cy="2863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750766"/>
            <a:ext cx="46482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866775" y="2773560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Recursive Reply Rendering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866775" y="3164085"/>
            <a:ext cx="46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66775" y="3364110"/>
            <a:ext cx="464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Renders nested "threaded" comments using N-ary tree traversal.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95375" y="3941266"/>
            <a:ext cx="32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495575" y="3941275"/>
            <a:ext cx="97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renderReply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416200" y="3941266"/>
            <a:ext cx="2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2295825" y="4093675"/>
            <a:ext cx="61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55514" y="4246066"/>
            <a:ext cx="2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81750" y="2214822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Sorting &amp; Filtering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381750" y="2681547"/>
            <a:ext cx="5238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Sort and Filter posts by keyword, community, tag, and sort criteria</a:t>
            </a:r>
            <a:b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.based on upvotes and time of post creation. Apart from in memory, also have SQL order by 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381750" y="4111117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Security (Bcrypt)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381750" y="4577842"/>
            <a:ext cx="5238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adaptive hashing with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salt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protect passwords against rainbow table attacks.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Algorithms &amp; Logic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3004"/>
            <a:ext cx="3555950" cy="1933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133004"/>
            <a:ext cx="3555950" cy="1933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33004"/>
            <a:ext cx="3556099" cy="1933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56633"/>
            <a:ext cx="3555950" cy="1430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4256633"/>
            <a:ext cx="3555950" cy="1430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4256633"/>
            <a:ext cx="3556099" cy="143038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723900" y="2285404"/>
            <a:ext cx="3413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Users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723900" y="2552104"/>
            <a:ext cx="32511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470350" y="2285404"/>
            <a:ext cx="3413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Posts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470350" y="2552104"/>
            <a:ext cx="32511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8216800" y="2285404"/>
            <a:ext cx="34138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Replies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8216800" y="2552104"/>
            <a:ext cx="32512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23900" y="4409033"/>
            <a:ext cx="3413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Communities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723900" y="4675733"/>
            <a:ext cx="32511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470350" y="4409033"/>
            <a:ext cx="3413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Post_Votes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470350" y="4675733"/>
            <a:ext cx="32511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216800" y="4409033"/>
            <a:ext cx="34138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User_Communities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8216800" y="4675733"/>
            <a:ext cx="32512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23900" y="2656879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user_id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23900" y="2908250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user_name (Unique)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723900" y="3159621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password_hash (Bcrypt)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723900" y="3410991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department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470350" y="2656879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post_id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470350" y="2908250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user_id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470350" y="3159621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community_id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470350" y="3410991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title, content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470350" y="3662362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vote_count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216800" y="2656879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reply_id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216800" y="2908250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post_id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216800" y="3159621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parent_reply_id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216800" y="3410991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content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23900" y="4780508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community_id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031878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community_name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4470350" y="4780508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vote_id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4470350" y="5031878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post_id, user_id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4470350" y="5283249"/>
            <a:ext cx="325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vote_type (+1/-1)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216800" y="4780508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PK: composite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216800" y="5031878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user_id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8216800" y="5283249"/>
            <a:ext cx="32512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FK: community_id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 Design (SQLite)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313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5527"/>
            <a:ext cx="3492549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5527"/>
            <a:ext cx="3492549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5527"/>
            <a:ext cx="3492549" cy="27088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866775" y="342230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66775" y="4003327"/>
            <a:ext cx="290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Java 25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JavaFX 25.0.1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(UI)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645074" y="342230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645074" y="4003327"/>
            <a:ext cx="2901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SQLite (Embedded DB)</a:t>
            </a:r>
            <a:endParaRPr b="1"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JDBC with Connection Pooling</a:t>
            </a:r>
            <a:endParaRPr b="1"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Bcrypt for Security</a:t>
            </a:r>
            <a:endParaRPr b="1"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8423374" y="3422302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423374" y="4003327"/>
            <a:ext cx="290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Google Calendar API v3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OAuth 2.0</a:t>
            </a:r>
            <a:endParaRPr/>
          </a:p>
        </p:txBody>
      </p:sp>
      <p:pic>
        <p:nvPicPr>
          <p:cNvPr descr="image.png" id="263" name="Google Shape;26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8890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8890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88902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0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71500" y="571500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946975" y="14302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SignUp / Login</a:t>
            </a:r>
            <a:endParaRPr/>
          </a:p>
        </p:txBody>
      </p:sp>
      <p:pic>
        <p:nvPicPr>
          <p:cNvPr id="276" name="Google Shape;2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4" y="1965750"/>
            <a:ext cx="4971200" cy="29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8344" y="2013189"/>
            <a:ext cx="4971199" cy="2949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Profile</a:t>
            </a:r>
            <a:endParaRPr/>
          </a:p>
        </p:txBody>
      </p:sp>
      <p:pic>
        <p:nvPicPr>
          <p:cNvPr id="284" name="Google Shape;28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3600" y="615250"/>
            <a:ext cx="8268074" cy="53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Selection</a:t>
            </a:r>
            <a:endParaRPr/>
          </a:p>
        </p:txBody>
      </p:sp>
      <p:pic>
        <p:nvPicPr>
          <p:cNvPr id="291" name="Google Shape;29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850" y="823000"/>
            <a:ext cx="8580776" cy="50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Forum Features</a:t>
            </a:r>
            <a:endParaRPr/>
          </a:p>
        </p:txBody>
      </p:sp>
      <p:pic>
        <p:nvPicPr>
          <p:cNvPr id="298" name="Google Shape;2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225" y="592675"/>
            <a:ext cx="8591950" cy="54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Creating Post &amp; Comment</a:t>
            </a:r>
            <a:endParaRPr/>
          </a:p>
        </p:txBody>
      </p:sp>
      <p:pic>
        <p:nvPicPr>
          <p:cNvPr id="305" name="Google Shape;3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88" y="1060663"/>
            <a:ext cx="4962525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9399" y="1060675"/>
            <a:ext cx="5190078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Forum Features</a:t>
            </a:r>
            <a:endParaRPr/>
          </a:p>
        </p:txBody>
      </p:sp>
      <p:pic>
        <p:nvPicPr>
          <p:cNvPr id="313" name="Google Shape;3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350" y="662063"/>
            <a:ext cx="9208975" cy="553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Scheduling Call - Gmeet</a:t>
            </a:r>
            <a:endParaRPr/>
          </a:p>
        </p:txBody>
      </p:sp>
      <p:pic>
        <p:nvPicPr>
          <p:cNvPr id="320" name="Google Shape;3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900" y="820613"/>
            <a:ext cx="3714750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5713" y="820613"/>
            <a:ext cx="3743325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175" y="-3423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582525" y="116069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</a:t>
            </a:r>
            <a:endParaRPr/>
          </a:p>
        </p:txBody>
      </p:sp>
      <p:pic>
        <p:nvPicPr>
          <p:cNvPr id="328" name="Google Shape;328;p29" title="Uniforum_Vid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350" y="672525"/>
            <a:ext cx="10938226" cy="5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04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725150" y="296575"/>
            <a:ext cx="1092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Discussion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571500" y="375475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0" y="0"/>
            <a:ext cx="1019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619200" y="1985200"/>
            <a:ext cx="83517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UI/UX learning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— understanding how layout, clarity, and consistency impact student engagement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Team coordination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— syncing modules, merging code, and aligning design decisions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JavaFX mastery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— controllers, event handling, multi-scene flow, and database interaction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 user needs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— shaping features based on how students actually seek help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System design thinking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— planning modules, data flow, and community structure</a:t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Outfit"/>
              <a:buChar char="●"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API integrations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— exploring OAuth, Google Calendar, and scheduling concepts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704850" y="307472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762000" y="3075682"/>
            <a:ext cx="1085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Web Version: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Migration to Spring Boot for browser access.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704850" y="349189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762000" y="3492847"/>
            <a:ext cx="1085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Mobile App: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React Native or Android version for on-the-go access.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704850" y="39090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762000" y="3910012"/>
            <a:ext cx="1085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Real-time Updates: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WebSocket implementation for live notifications.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 flipH="1">
            <a:off x="704700" y="432622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762000" y="4327177"/>
            <a:ext cx="1085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Advanced Search: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Elasticsearch integration for full-text content search.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Conclusions and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Enhancements</a:t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571500" y="571500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721898" y="4669038"/>
            <a:ext cx="1085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Automatic community creation based on department (e.g., IS, SES, DAMG).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704775" y="464857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2747"/>
            <a:ext cx="3492549" cy="2434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92747"/>
            <a:ext cx="3492549" cy="2434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92747"/>
            <a:ext cx="3492549" cy="243453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 txBox="1"/>
          <p:nvPr/>
        </p:nvSpPr>
        <p:spPr>
          <a:xfrm>
            <a:off x="866775" y="3559522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Payal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8345275" y="4172375"/>
            <a:ext cx="2979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User Authentication, Registration, Profile Management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DAO abstraction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4645074" y="3559522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Vimala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4533737" y="4172372"/>
            <a:ext cx="2901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Course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module, Course Mapping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Meet Scheduling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API Integration.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8423374" y="3559522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Vigneshwar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851000" y="3931075"/>
            <a:ext cx="26916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Forum Logic,</a:t>
            </a:r>
            <a:r>
              <a:rPr lang="en-US" sz="11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Recursive Reply System, Upvoting</a:t>
            </a:r>
            <a:r>
              <a:rPr lang="en-US" sz="11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Searching logic, Create Post logic, Integration of all modules, Cosmetic Changes</a:t>
            </a:r>
            <a:endParaRPr sz="1200"/>
          </a:p>
        </p:txBody>
      </p:sp>
      <p:pic>
        <p:nvPicPr>
          <p:cNvPr descr="image.png" id="369" name="Google Shape;36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2612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2612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2612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Team Contributions</a:t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571500" y="571500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3322500" y="2921100"/>
            <a:ext cx="554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